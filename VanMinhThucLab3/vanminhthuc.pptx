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74768B-07A0-4B93-B908-79030566B8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2ACFE-3211-4779-ADE6-9AE90B858F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AD57B0-214B-482D-80B9-2531E01B942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3696120" y="-1440"/>
            <a:ext cx="267948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3696120" y="-1440"/>
            <a:ext cx="267948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2026-05-14T23:45:31Z</dcterms:created>
  <dc:creator/>
  <dc:description/>
  <dc:language>en-US</dc:language>
  <cp:lastModifiedBy/>
  <dcterms:modified xsi:type="dcterms:W3CDTF">2026-05-14T23:47:55Z</dcterms:modified>
  <cp:revision>1</cp:revision>
  <dc:subject/>
  <dc:title/>
</cp:coreProperties>
</file>